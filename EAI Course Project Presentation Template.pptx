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512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91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[Your Application Name]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Prototype Submission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Issues with AI — [Course Code]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657600"/>
            <a:ext cx="4572000" cy="1097280"/>
          </a:xfrm>
          <a:prstGeom prst="rect">
            <a:avLst/>
          </a:prstGeom>
          <a:solidFill>
            <a:srgbClr val="2A3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1, Name 2, Name 3, Name 4]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[Submission Date]  |  Deadline: 15 April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078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31673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application solve?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 &amp; Technical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8653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AI model, system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76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 in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4140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embedded during development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724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Process &amp;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9626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demographics, key findings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273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Issues Identified from Feedback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5112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privacy, transparency, safety concerns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822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&amp; Ethical Improvements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05993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feedback drove changes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Prototype Demo &amp; Reflection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88720" y="46085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and lessons learned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real-world problem your application addresses. Be specific about who is affected and the scale of the problem.]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AI?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why AI is the right approach for this problem, as opposed to conventional software.]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[Define your primary and secondary user groups]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Note: This slide sets the context. Be specific, cite data if available, and avoid vague generalizations.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300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the app does end-to-end]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4068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[Frontend, backend, AI model/API, database]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4300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the app uses and where it comes from]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4068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[Specifically how AI is used: classification, generation, recommendation, etc.]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screenshots or a system architecture diagram on the next slide.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Screenshots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System Architecture Diagram]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Key Application Screenshots]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dashed boxes with actual images. Multiple screenshots can be arranged across additional slides if needed.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Considerations in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ethical principles or frameworks did you consider during the design and development of your prototype?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353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you minimized data collection, implemented consent, secured storage]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039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[Steps taken to identify and reduce bias in training data, model outputs]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73152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724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users can understand AI decisions; explainability features built in]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73152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Autonomy &amp; Consent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4107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[Opt-in/opt-out mechanisms, user control over AI actions]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3152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Harm Prevention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4096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[Guardrails, content filtering, edge case handling]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Feedback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Respondents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[Who, how many, selection criteria]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[Format: demo + questionnaire, interview, etc.]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Structured Feedback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[Questionnaire covering usability, AI quality, ethics]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52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Categorize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[Quantitative ratings + qualitative themes]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Respondent Demographics Summary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Respondents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[Number ≥ 10]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Segments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students, professionals, diverse age groups]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Collection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[Start Date – End Date]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[In-person demo, remote testing, survey, interview]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Analysis — 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charts/graphs showing aggregated rating scale responses from the feedback questionnaire. Include at minimum:]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42"/>
                </a:solidFill>
              </a:rPr>
              <a:t>•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usability rating across all respondents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42"/>
                </a:solidFill>
              </a:rPr>
              <a:t>•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accuracy/relevance rating distribution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42"/>
                </a:solidFill>
              </a:rPr>
              <a:t>•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responsibility rating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42"/>
                </a:solidFill>
              </a:rPr>
              <a:t>•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comfort level distribution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42"/>
                </a:solidFill>
              </a:rPr>
              <a:t>•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confidence rating distribution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charts here — bar charts, radar charts, or stacked bar charts work well]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Analysis — Qualitative Themes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recurring themes from open-ended responses. Group by category.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Issues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6/12 respondents found navigation confusing on the results page]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0391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4/12 respondents reported irrelevant recommendations in specific scenarios]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822960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Concerns Raised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7523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8/12 respondents were concerned about data retention; 5/12 noted lack of AI explainability]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46557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7/12 respondents wanted ability to export their data]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822960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178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10/12 found the core concept valuable; 9/12 liked the interface design]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 respondent counts (e.g., 8/12) rather than vague terms like “many” or “some.”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Issues Identified from Feedback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heavily weighted section. Present each ethical issue with evidence from feedback.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1: [e.g., Privacy / Excessive Data Collection]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[X/N respondents raised this]. Specific feedback: [quote or paraphrase].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28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847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2: [e.g., Bias in AI Outputs]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21396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[X/N respondents observed this]. Specific example: [describe the biased output].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4261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596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3: [e.g., Lack of Transparency / Explainability]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14400" y="28895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[X/N respondents could not understand how AI arrived at decisions].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9242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346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4: [e.g., Insufficient Consent Mechanisms]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14400" y="3639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[X/N respondents did not recall being asked for consent].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4223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4096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5: [e.g., Potential for Harm to Vulnerable Users]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91440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[X/N respondents identified specific harm scenarios].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slides if you have more than 5 ethical issues. Each issue must have respondent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Iterations &amp; Ethical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direct link between feedback → identified issue → change made → outcome.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Ethical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No privacy policy]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9/12 respondents noted absence]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Added a clear privacy policy page and consent popup]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Re-tested with 3 users who confirmed it was clear]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[Evidence]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[Change]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[Verification]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[Evidence]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[Change]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[Verification]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[Evidence]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[Change]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[Verification]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rows as needed. Each ethical issue from Slide 10 should appear here with its resolution.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&amp; After: Ethical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(Initial Prototype)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or description of how the application looked/behaved before ethical improvements]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(Final Prototype)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or description of the improved version after addressing ethical issues from feedback]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before/after comparisons are highly effective. Use actual screenshots.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Prototype Demonstration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[Live Demo or Recorded Walkthrough of the Final Working Prototype]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should cover: 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 AI functionality in action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Ethical safeguards implemented (consent flow, privacy controls, explainability features)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specific feedback items were addressed in the final version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&amp; 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were the hardest technical problems to solve? How did you resolve them?]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Insights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ethical issues surprised you? What did you learn about responsible AI development?]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Process Learnings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worked well in your feedback collection? What would you change?]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7315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Ethical Risks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ethical issues remain unresolved or partially addressed? Be honest about limitations.]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7315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Given More 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114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further ethical improvements would you make with additional time and resources?]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1, Name 2, Name 3, Name 4]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[Application Name]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or link to prototype]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1297</Words>
  <Application>Microsoft Macintosh PowerPoint</Application>
  <PresentationFormat>On-screen Show (16:9)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Prototype Submission - Presentation Template</dc:title>
  <dc:subject>PptxGenJS Presentation</dc:subject>
  <dc:creator>Ethical Issues with AI Course</dc:creator>
  <cp:lastModifiedBy>G. Venkat Ram Reddy</cp:lastModifiedBy>
  <cp:revision>1</cp:revision>
  <dcterms:created xsi:type="dcterms:W3CDTF">2026-03-29T04:54:14Z</dcterms:created>
  <dcterms:modified xsi:type="dcterms:W3CDTF">2026-03-29T05:08:12Z</dcterms:modified>
</cp:coreProperties>
</file>